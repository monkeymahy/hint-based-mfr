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0040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36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Hint-Based MFR 识别规则说明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5777C"/>
                </a:solidFill>
              </a:rPr>
              <a:t>面向展示的浓缩版：算法通过几何和拓扑关系识别孔、凸台、倒角。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033272"/>
            <a:ext cx="11292840" cy="27432"/>
          </a:xfrm>
          <a:prstGeom prst="rect">
            <a:avLst/>
          </a:prstGeom>
          <a:solidFill>
            <a:srgbClr val="D6E4E1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66928" y="1325880"/>
            <a:ext cx="5440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566928" y="1325880"/>
            <a:ext cx="73152" cy="1600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768096" y="1472184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3642"/>
                </a:solidFill>
              </a:rPr>
              <a:t>整体思路</a:t>
            </a:r>
            <a:endParaRPr lang="en-US" sz="135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768096" y="1783080"/>
            <a:ext cx="5120640" cy="105156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E4A52"/>
                </a:solidFill>
              </a:rPr>
              <a:t>程序先把 STEP 模型拆成“面之间的关系图”：记录每个面的类型、面积、中心、法向、圆柱/圆锥轴线、UV 跨度、边类型、邻接关系以及内环关系。这里的 hint 可以理解为几何提示：算法不是看颜色或渲染效果，而是用局部结构逐步确认某个区域是不是制造特征。识别顺序为：内环特征 → 倒角 → 倒角后的孔 → 局部圆柱面补漏 → 平面凸台补漏；已识别的面不会被后续规则覆盖。</a:t>
            </a:r>
            <a:endParaRPr lang="en-US" sz="98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6263640" y="1325880"/>
            <a:ext cx="5349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6263640" y="1325880"/>
            <a:ext cx="73152" cy="1600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6464808" y="1472184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3642"/>
                </a:solidFill>
              </a:rPr>
              <a:t>孔 hole</a:t>
            </a:r>
            <a:endParaRPr lang="en-US" sz="135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6464808" y="1783080"/>
            <a:ext cx="5029200" cy="105156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E4A52"/>
                </a:solidFill>
              </a:rPr>
              <a:t>孔表示从零件中移除一段圆柱形体积，因此当前只识别圆孔。孔通常需要一圈 inward 圆柱面作为孔壁；多个孔壁面必须共轴，并且角向跨度合起来接近完整 360°，不能只是几个分散的局部圆角。孔结构中不能混入无关平面、圆角或其他零件表面。孔壁会被包含进 hole；盲孔底面会被包含；阶梯孔台阶面只有在连接另一个同轴 inward 孔壁时才会被包含；孔入口所在的大平面或普通零件表面不会被包含。</a:t>
            </a:r>
            <a:endParaRPr lang="en-US" sz="980" dirty="0"/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566928" y="324612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566928" y="3246120"/>
            <a:ext cx="73152" cy="1691640"/>
          </a:xfrm>
          <a:prstGeom prst="rect">
            <a:avLst/>
          </a:prstGeom>
          <a:solidFill>
            <a:srgbClr val="E58B3C"/>
          </a:solidFill>
          <a:ln w="12700">
            <a:solidFill>
              <a:srgbClr val="E58B3C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768096" y="3392424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3642"/>
                </a:solidFill>
              </a:rPr>
              <a:t>凸台 boss</a:t>
            </a:r>
            <a:endParaRPr lang="en-US" sz="135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768096" y="3703320"/>
            <a:ext cx="5120640" cy="11430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E4A52"/>
                </a:solidFill>
              </a:rPr>
              <a:t>凸台表示从某个基准表面向外凸出的闭合形状。圆柱凸台需要共轴 outward 侧壁、合理的唯一基准面，并且侧壁中心必须位于基准面法向外侧。这个“向外凸出”判断很关键：凹槽内部有些圆柱面从局部法向看也是 outward，但实际并没有从表面长出来，因此会被排除。平面凸台需要闭合平面侧壁环、至少三个侧壁面和位于基准面外侧的顶部面。</a:t>
            </a:r>
            <a:endParaRPr lang="en-US" sz="98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6263640" y="324612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6263640" y="3246120"/>
            <a:ext cx="73152" cy="1691640"/>
          </a:xfrm>
          <a:prstGeom prst="rect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6464808" y="3392424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3642"/>
                </a:solidFill>
              </a:rPr>
              <a:t>倒角 chamfer</a:t>
            </a:r>
            <a:endParaRPr lang="en-US" sz="135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6464808" y="3703320"/>
            <a:ext cx="5029200" cy="11430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E4A52"/>
                </a:solidFill>
              </a:rPr>
              <a:t>倒角是两个非共面正常表面之间较小的过渡面，可以是平面或锥面。平面倒角主要检查“斜面 + 两侧支撑面 + 面积较小 + 角度合理”；锥形倒角主要检查“锥面 + 过渡性质 + 邻接支撑面”。带内环的面通常更像孔或凸台的基准面，不作为倒角。两个曲面之间的连接面不算 chamfer；普通平面-平面、平面-圆柱倒角仍可识别。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66928" y="5349240"/>
            <a:ext cx="110459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5349240"/>
            <a:ext cx="73152" cy="658368"/>
          </a:xfrm>
          <a:prstGeom prst="rect">
            <a:avLst/>
          </a:prstGeom>
          <a:solidFill>
            <a:srgbClr val="183642"/>
          </a:solidFill>
          <a:ln w="12700">
            <a:solidFill>
              <a:srgbClr val="1836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495544"/>
            <a:ext cx="107259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3642"/>
                </a:solidFill>
              </a:rPr>
              <a:t>一句话总结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68096" y="5806440"/>
            <a:ext cx="10725912" cy="10972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E4A52"/>
                </a:solidFill>
              </a:rPr>
              <a:t>不是单面分类，而是判断局部结构是否符合制造语义：完整共轴 inward 圆柱壁是孔；从基准面外侧凸出的闭合形状是凸台；正常支撑面之间较小且角度合理的过渡面是倒角。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9509760" y="6473952"/>
            <a:ext cx="2240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99C"/>
                </a:solidFill>
              </a:rPr>
              <a:t>Hint-Based MFR 识别规则说明 · 1/2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0040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36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关键参数与防误判规则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5777C"/>
                </a:solidFill>
              </a:rPr>
              <a:t>这些阈值把“像不像”转成可复查的几何判断。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033272"/>
            <a:ext cx="11292840" cy="27432"/>
          </a:xfrm>
          <a:prstGeom prst="rect">
            <a:avLst/>
          </a:prstGeom>
          <a:solidFill>
            <a:srgbClr val="D6E4E1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104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17904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</a:rPr>
              <a:t>参数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11880" y="1517904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</a:rPr>
              <a:t>取值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92040" y="1517904"/>
            <a:ext cx="6355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</a:rPr>
              <a:t>作用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1764792"/>
            <a:ext cx="10515600" cy="0"/>
          </a:xfrm>
          <a:prstGeom prst="line">
            <a:avLst/>
          </a:prstGeom>
          <a:noFill/>
          <a:ln w="12700">
            <a:solidFill>
              <a:srgbClr val="E8EF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74520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83642"/>
                </a:solidFill>
              </a:rPr>
              <a:t>radial_threshold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3611880" y="187452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E4A52"/>
                </a:solidFill>
              </a:rPr>
              <a:t>0.2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E4A52"/>
                </a:solidFill>
              </a:rPr>
              <a:t>判断 inward/outward：小于 -0.2 常用于孔，大于 0.2 常用于凸台。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49808" y="2157984"/>
            <a:ext cx="10515600" cy="0"/>
          </a:xfrm>
          <a:prstGeom prst="line">
            <a:avLst/>
          </a:prstGeom>
          <a:noFill/>
          <a:ln w="12700">
            <a:solidFill>
              <a:srgbClr val="E8EF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267712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83642"/>
                </a:solidFill>
              </a:rPr>
              <a:t>axis_alignment_threshold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3611880" y="226771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E4A52"/>
                </a:solidFill>
              </a:rPr>
              <a:t>0.7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892040" y="2267712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E4A52"/>
                </a:solidFill>
              </a:rPr>
              <a:t>判断轴线和法向是否对齐，使用单位向量点积绝对值。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49808" y="2551176"/>
            <a:ext cx="10515600" cy="0"/>
          </a:xfrm>
          <a:prstGeom prst="line">
            <a:avLst/>
          </a:prstGeom>
          <a:noFill/>
          <a:ln w="12700">
            <a:solidFill>
              <a:srgbClr val="E8EF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660904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83642"/>
                </a:solidFill>
              </a:rPr>
              <a:t>axis_distance_tolerance_ratio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3611880" y="266090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E4A52"/>
                </a:solidFill>
              </a:rPr>
              <a:t>1.0e-5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892040" y="2660904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E4A52"/>
                </a:solidFill>
              </a:rPr>
              <a:t>判断圆柱是否共轴：轴距不超过模型包围盒对角线 × 1.0e-5，最小容差 1.0e-7。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49808" y="2944368"/>
            <a:ext cx="10515600" cy="0"/>
          </a:xfrm>
          <a:prstGeom prst="line">
            <a:avLst/>
          </a:prstGeom>
          <a:noFill/>
          <a:ln w="12700">
            <a:solidFill>
              <a:srgbClr val="E8EF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054096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83642"/>
                </a:solidFill>
              </a:rPr>
              <a:t>full_cylinder_u_tolerance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3611880" y="30540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E4A52"/>
                </a:solidFill>
              </a:rPr>
              <a:t>0.001 rad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892040" y="3054096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E4A52"/>
                </a:solidFill>
              </a:rPr>
              <a:t>判断圆柱面是否接近完整一圈，即 U 向跨度接近 2π。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49808" y="3337560"/>
            <a:ext cx="10515600" cy="0"/>
          </a:xfrm>
          <a:prstGeom prst="line">
            <a:avLst/>
          </a:prstGeom>
          <a:noFill/>
          <a:ln w="12700">
            <a:solidFill>
              <a:srgbClr val="E8EF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447288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83642"/>
                </a:solidFill>
              </a:rPr>
              <a:t>hole_angular_coverage_tolerance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3611880" y="34472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E4A52"/>
                </a:solidFill>
              </a:rPr>
              <a:t>0.05 rad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4892040" y="3447288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E4A52"/>
                </a:solidFill>
              </a:rPr>
              <a:t>判断多个孔壁是否合成完整圆，约允许 2.9° 缺口。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49808" y="3730752"/>
            <a:ext cx="10515600" cy="0"/>
          </a:xfrm>
          <a:prstGeom prst="line">
            <a:avLst/>
          </a:prstGeom>
          <a:noFill/>
          <a:ln w="12700">
            <a:solidFill>
              <a:srgbClr val="E8EF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840480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83642"/>
                </a:solidFill>
              </a:rPr>
              <a:t>chamfer_min/max_angle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3611880" y="384048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E4A52"/>
                </a:solidFill>
              </a:rPr>
              <a:t>18° / 72°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4892040" y="3840480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E4A52"/>
                </a:solidFill>
              </a:rPr>
              <a:t>平面倒角与支撑面之间的锐角范围。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49808" y="4123944"/>
            <a:ext cx="10515600" cy="0"/>
          </a:xfrm>
          <a:prstGeom prst="line">
            <a:avLst/>
          </a:prstGeom>
          <a:noFill/>
          <a:ln w="12700">
            <a:solidFill>
              <a:srgbClr val="E8EF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233672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83642"/>
                </a:solidFill>
              </a:rPr>
              <a:t>chamfer_max_support_area_ratio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3611880" y="4233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E4A52"/>
                </a:solidFill>
              </a:rPr>
              <a:t>0.35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4892040" y="4233672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E4A52"/>
                </a:solidFill>
              </a:rPr>
              <a:t>平面倒角面积需要小于至少两个支撑面面积的 35%。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566928" y="5074920"/>
            <a:ext cx="34290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507492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5221224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3642"/>
                </a:solidFill>
              </a:rPr>
              <a:t>孔的防误判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68096" y="5532120"/>
            <a:ext cx="3108960" cy="5486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E4A52"/>
                </a:solidFill>
              </a:rPr>
              <a:t>多边形孔不算 hole；几个分散的 1/4 圆柱面不能组成孔；孔组件中混入非孔面会被排除；孔口大平面不并入 hole。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4251960" y="5074920"/>
            <a:ext cx="34290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51960" y="5074920"/>
            <a:ext cx="73152" cy="1097280"/>
          </a:xfrm>
          <a:prstGeom prst="rect">
            <a:avLst/>
          </a:prstGeom>
          <a:solidFill>
            <a:srgbClr val="E58B3C"/>
          </a:solidFill>
          <a:ln w="12700">
            <a:solidFill>
              <a:srgbClr val="E58B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53128" y="5221224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3642"/>
                </a:solidFill>
              </a:rPr>
              <a:t>凸台的防误判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453128" y="5532120"/>
            <a:ext cx="3108960" cy="5486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E4A52"/>
                </a:solidFill>
              </a:rPr>
              <a:t>outward 圆柱面必须真的位于基准面外侧；凹槽或沉槽内部的 outward 面不会识别为 boss；普通外轮廓不会作为平面凸台。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7936992" y="5074920"/>
            <a:ext cx="34015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36992" y="5074920"/>
            <a:ext cx="73152" cy="1097280"/>
          </a:xfrm>
          <a:prstGeom prst="rect">
            <a:avLst/>
          </a:prstGeom>
          <a:solidFill>
            <a:srgbClr val="C94B4B"/>
          </a:solidFill>
          <a:ln w="12700">
            <a:solidFill>
              <a:srgbClr val="C94B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38160" y="5221224"/>
            <a:ext cx="3081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3642"/>
                </a:solidFill>
              </a:rPr>
              <a:t>倒角的防误判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138160" y="5532120"/>
            <a:ext cx="3081528" cy="54864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E4A52"/>
                </a:solidFill>
              </a:rPr>
              <a:t>倒角面需要相对支撑面较小；带内环面不算倒角；两个曲面之间的连接面不识别为 chamfer。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9509760" y="6473952"/>
            <a:ext cx="2240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99C"/>
                </a:solidFill>
              </a:rPr>
              <a:t>Hint-Based MFR 识别规则说明 · 2/2</a:t>
            </a:r>
            <a:endParaRPr lang="en-US" sz="8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ags/tag2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ags/tag3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ags/tag4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ags/tag5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ags/tag6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ags/tag7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ags/tag8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ags/tag9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ags/tag10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ags/tag11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ags/tag12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ags/tag13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ags/tag14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ags/tag15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ags/tag16.xml><?xml version="1.0" encoding="utf-8"?>
<p:tagLst xmlns:p="http://schemas.openxmlformats.org/presentationml/2006/main">
  <p:tag name="KSO_WM_DIAGRAM_VIRTUALLY_FRAME" val="{&quot;height&quot;:284.4,&quot;left&quot;:44.64,&quot;top&quot;:104.4,&quot;width&quot;:869.7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1563</Words>
  <Application>WPS 演示</Application>
  <PresentationFormat>On-screen Show (16:9)</PresentationFormat>
  <Paragraphs>92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Hint-Based MFR 识别规则说明-浓缩版</dc:title>
  <dc:creator>Hint-Based MFR</dc:creator>
  <dc:subject>PptxGenJS Presentation</dc:subject>
  <cp:lastModifiedBy>Monkey</cp:lastModifiedBy>
  <cp:revision>2</cp:revision>
  <dcterms:created xsi:type="dcterms:W3CDTF">2026-06-08T07:17:00Z</dcterms:created>
  <dcterms:modified xsi:type="dcterms:W3CDTF">2026-06-08T07:49:12Z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2A7AC30A49BE41DA864C2DB19355489F_12</vt:lpwstr>
  </property>
</Properties>
</file>